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5D6B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554480"/>
            <a:ext cx="2377440" cy="2377440"/>
          </a:xfrm>
          <a:prstGeom prst="ellipse">
            <a:avLst/>
          </a:prstGeom>
          <a:solidFill>
            <a:srgbClr val="083F49"/>
          </a:solidFill>
          <a:ln/>
        </p:spPr>
      </p:sp>
      <p:pic>
        <p:nvPicPr>
          <p:cNvPr id="4" name="Image 0" descr="/home/claude/govassist/icons/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7814" y="2172614"/>
            <a:ext cx="1141171" cy="11411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65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Foresight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29718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brutal weeks of the semester before they hit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Course Project — Alternative Considered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54681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Ronit   ·   Bhavneet   ·   Shreyas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811512" y="6473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 | 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strengths, and what each of us needs to learn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EAF4F5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2057400"/>
            <a:ext cx="914400" cy="91440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6" name="Image 0" descr="/home/claude/govassist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844" y="22951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Ronit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
</a:t>
            </a:r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ML systems, agent design, retrieval pipelines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4343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
</a:t>
            </a:r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development, to connect the reasoning engine to a real interface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0560" y="173736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EA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5783580" y="2057400"/>
            <a:ext cx="914400" cy="91440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12" name="Image 1" descr="/home/claude/govassist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324" y="229514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Bhavneet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754880" y="35661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
</a:t>
            </a:r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 and databases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54880" y="4343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
</a:t>
            </a:r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and DevOps, to keep the system running outside a laptop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321040" y="173736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EA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9624060" y="2057400"/>
            <a:ext cx="914400" cy="91440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18" name="Image 2" descr="/home/claude/govassist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804" y="229514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964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Shreyas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595360" y="35661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
</a:t>
            </a:r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 and UI design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595360" y="4343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
</a:t>
            </a:r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extraction and NLP basics, so the interface and the reasoning layer speak the same language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three of us, one semester, and no existing dataset. We have to crowdsource historical course data ourselves before we can predict anything.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9811512" y="6473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Has This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217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juggle five or more courses a semester with no way of knowing which weeks will collide: overlapping mid-sems, project deadlines, and quizzes landing in the same seven days.
</a:t>
            </a:r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calendar app shows dates. None of them show how much a course actually costs in time and effort, because that knowledge only lives in the heads of seniors who already survived it.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223760" y="1371600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EAF4F5"/>
          </a:solidFill>
          <a:ln/>
        </p:spPr>
      </p:sp>
      <p:sp>
        <p:nvSpPr>
          <p:cNvPr id="5" name="Shape 3"/>
          <p:cNvSpPr/>
          <p:nvPr/>
        </p:nvSpPr>
        <p:spPr>
          <a:xfrm>
            <a:off x="7452360" y="1673352"/>
            <a:ext cx="822960" cy="82296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6" name="Image 0" descr="/home/claude/govassist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6330" y="1887322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58200" y="1508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458200" y="199339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running in parallel every semester, each with its own rhythm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223760" y="3044952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EAF4F5"/>
          </a:solidFill>
          <a:ln/>
        </p:spPr>
      </p:sp>
      <p:sp>
        <p:nvSpPr>
          <p:cNvPr id="10" name="Shape 7"/>
          <p:cNvSpPr/>
          <p:nvPr/>
        </p:nvSpPr>
        <p:spPr>
          <a:xfrm>
            <a:off x="7452360" y="3346704"/>
            <a:ext cx="822960" cy="82296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11" name="Image 1" descr="/home/claude/govassist/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330" y="3560674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58200" y="31821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8458200" y="366674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predict workload, only calendars that show dates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223760" y="4718304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EAF4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452360" y="5020056"/>
            <a:ext cx="822960" cy="82296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16" name="Image 2" descr="/home/claude/govassist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330" y="5234026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485546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senior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458200" y="5340096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knows which weeks are brutal, but it is never written down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9811512" y="6473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Do Better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4846320"/>
          </a:xfrm>
          <a:prstGeom prst="roundRect">
            <a:avLst>
              <a:gd name="adj" fmla="val 2264"/>
            </a:avLst>
          </a:prstGeom>
          <a:solidFill>
            <a:srgbClr val="EAF4F5"/>
          </a:solidFill>
          <a:ln/>
        </p:spPr>
      </p:sp>
      <p:sp>
        <p:nvSpPr>
          <p:cNvPr id="4" name="Shape 2"/>
          <p:cNvSpPr/>
          <p:nvPr/>
        </p:nvSpPr>
        <p:spPr>
          <a:xfrm>
            <a:off x="6309360" y="1417320"/>
            <a:ext cx="5212080" cy="4846320"/>
          </a:xfrm>
          <a:prstGeom prst="roundRect">
            <a:avLst>
              <a:gd name="adj" fmla="val 2264"/>
            </a:avLst>
          </a:prstGeom>
          <a:solidFill>
            <a:srgbClr val="0B5D6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engineering work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crowdsourced historical database of course difficulty and time investment, built from senior surveys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 prediction model combining credit hours, deadlines, and historical time investment into a week by week forecast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heuristic scoring engine that flags collision weeks before they happen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negotiation with students to define what workload actually means, since that is genuinely ambiguous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2940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224028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enters their course list and gets a week by week forecast of how heavy each week will be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deadlines are flagged before the semester gets busy, not after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suggests redistributing personal study or project time in advance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 of workload is grounded in real student interviews, not a guess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11512" y="6473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roles, integrations, and deployment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384298" cy="1005840"/>
          </a:xfrm>
          <a:prstGeom prst="roundRect">
            <a:avLst>
              <a:gd name="adj" fmla="val 7273"/>
            </a:avLst>
          </a:prstGeom>
          <a:solidFill>
            <a:srgbClr val="0B5D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2384298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&amp; credit input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024378" y="15544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5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81578" y="1554480"/>
            <a:ext cx="2384298" cy="1005840"/>
          </a:xfrm>
          <a:prstGeom prst="roundRect">
            <a:avLst>
              <a:gd name="adj" fmla="val 7273"/>
            </a:avLst>
          </a:prstGeom>
          <a:solidFill>
            <a:srgbClr val="0B5D6B"/>
          </a:solidFill>
          <a:ln/>
        </p:spPr>
      </p:sp>
      <p:sp>
        <p:nvSpPr>
          <p:cNvPr id="8" name="Text 6"/>
          <p:cNvSpPr/>
          <p:nvPr/>
        </p:nvSpPr>
        <p:spPr>
          <a:xfrm>
            <a:off x="3481578" y="1554480"/>
            <a:ext cx="2384298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matcher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65876" y="15544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5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3076" y="1554480"/>
            <a:ext cx="2384298" cy="1005840"/>
          </a:xfrm>
          <a:prstGeom prst="roundRect">
            <a:avLst>
              <a:gd name="adj" fmla="val 7273"/>
            </a:avLst>
          </a:prstGeom>
          <a:solidFill>
            <a:srgbClr val="0B5D6B"/>
          </a:solidFill>
          <a:ln/>
        </p:spPr>
      </p:sp>
      <p:sp>
        <p:nvSpPr>
          <p:cNvPr id="11" name="Text 9"/>
          <p:cNvSpPr/>
          <p:nvPr/>
        </p:nvSpPr>
        <p:spPr>
          <a:xfrm>
            <a:off x="6323076" y="1554480"/>
            <a:ext cx="2384298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prediction engine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707374" y="15544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5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64574" y="1554480"/>
            <a:ext cx="2384298" cy="1005840"/>
          </a:xfrm>
          <a:prstGeom prst="roundRect">
            <a:avLst>
              <a:gd name="adj" fmla="val 7273"/>
            </a:avLst>
          </a:prstGeom>
          <a:solidFill>
            <a:srgbClr val="0B5D6B"/>
          </a:solidFill>
          <a:ln/>
        </p:spPr>
      </p:sp>
      <p:sp>
        <p:nvSpPr>
          <p:cNvPr id="14" name="Text 12"/>
          <p:cNvSpPr/>
          <p:nvPr/>
        </p:nvSpPr>
        <p:spPr>
          <a:xfrm>
            <a:off x="9164574" y="1554480"/>
            <a:ext cx="2384298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heatmap output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2971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Ronit: load prediction and scoring engine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Bhavneet: course database and backend API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Shreyas: calendar heatmap dashboard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937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 students visit once at the start of each semester to enter their courses and get a forecast.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971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09360" y="33832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form for senior data collection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calendar import for deadlines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and time series scoring library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and credit structure database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11512" y="6473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Validate 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EAF4F5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" y="1673352"/>
            <a:ext cx="640080" cy="64008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5" name="Image 0" descr="/home/claude/govassist/icons/f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3" y="1839773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733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difficulty surveys from thirty to forty seniors across multiple courses, plus real semester calendars with actual deadline dates.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EAF4F5"/>
          </a:solidFill>
          <a:ln/>
        </p:spPr>
      </p:sp>
      <p:sp>
        <p:nvSpPr>
          <p:cNvPr id="9" name="Shape 6"/>
          <p:cNvSpPr/>
          <p:nvPr/>
        </p:nvSpPr>
        <p:spPr>
          <a:xfrm>
            <a:off x="6428232" y="1673352"/>
            <a:ext cx="640080" cy="64008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10" name="Image 1" descr="/home/claude/govassist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183977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6733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checks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46520" y="22860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current students compares the forecast against their own experience partway through the semester.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84048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EAF4F5"/>
          </a:solidFill>
          <a:ln/>
        </p:spPr>
      </p:sp>
      <p:sp>
        <p:nvSpPr>
          <p:cNvPr id="14" name="Shape 10"/>
          <p:cNvSpPr/>
          <p:nvPr/>
        </p:nvSpPr>
        <p:spPr>
          <a:xfrm>
            <a:off x="896112" y="4096512"/>
            <a:ext cx="640080" cy="64008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15" name="Image 2" descr="/home/claude/govassist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3" y="426293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0965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14400" y="47091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brutal weeks are checked against self reported actual brutal weeks, measuring precision and recall.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72200" y="384048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EAF4F5"/>
          </a:solidFill>
          <a:ln/>
        </p:spPr>
      </p:sp>
      <p:sp>
        <p:nvSpPr>
          <p:cNvPr id="19" name="Shape 14"/>
          <p:cNvSpPr/>
          <p:nvPr/>
        </p:nvSpPr>
        <p:spPr>
          <a:xfrm>
            <a:off x="6428232" y="4096512"/>
            <a:ext cx="640080" cy="64008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20" name="Image 3" descr="/home/claude/govassist/icons/tren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53" y="4262933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40965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criteria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46520" y="47091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correctly predicted high load weeks, and a usefulness rating from student testers.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811512" y="6473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Risk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85800" cy="68580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4" name="Image 0" descr="/home/claude/govassist/icons/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64134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417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Unknowns and dependencies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600200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enough seniors contribute honest historical data, and whether the same course varies too much year to year to be predictive. We depend on a working survey pipeline and cooperation from seniors.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685800" cy="68580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8" name="Image 1" descr="/home/claude/govassist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305866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834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600200" y="324612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responses are stored anonymously, with no way to trace a rating back to the senior who gave it.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4297680"/>
            <a:ext cx="685800" cy="68580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12" name="Image 2" descr="/home/claude/govassist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447598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4251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600200" y="466344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coverage for a course is too thin, the system says it does not have enough information rather than guessing a number.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811512" y="6473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5D6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94360"/>
            <a:ext cx="914400" cy="914400"/>
          </a:xfrm>
          <a:prstGeom prst="ellipse">
            <a:avLst/>
          </a:prstGeom>
          <a:solidFill>
            <a:srgbClr val="083F49"/>
          </a:solidFill>
          <a:ln/>
        </p:spPr>
      </p:sp>
      <p:pic>
        <p:nvPicPr>
          <p:cNvPr id="4" name="Image 0" descr="/home/claude/govassist/icons/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83210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Stands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idea has a clean algorithmic core and forces genuine requirements gathering, since what counts as workload is legitimately something to negotiate with real students, not something to assume.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value depends entirely on how much historical data we can collect in a single semester, and it only helps at one narrow moment, planning ahead, rather than something students would return to daily.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11512" y="6473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 | 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2026-08-04T19:44:00Z</dcterms:created>
  <dcterms:modified xsi:type="dcterms:W3CDTF">2026-08-04T19:44:00Z</dcterms:modified>
</cp:coreProperties>
</file>