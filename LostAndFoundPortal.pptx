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3A2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554480"/>
            <a:ext cx="2377440" cy="2377440"/>
          </a:xfrm>
          <a:prstGeom prst="ellipse">
            <a:avLst/>
          </a:prstGeom>
          <a:solidFill>
            <a:srgbClr val="5F2A1F"/>
          </a:solidFill>
          <a:ln/>
        </p:spPr>
      </p:sp>
      <p:pic>
        <p:nvPicPr>
          <p:cNvPr id="4" name="Image 0" descr="/home/claude/govassist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7814" y="2172614"/>
            <a:ext cx="1141171" cy="11411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lost and found system for campus, not a WhatsApp group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Course Project — Alternative Considered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4681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Ronit   ·   Bhavneet   ·   Shreyas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FoundIt  |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strengths, and what each of us needs to learn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BF1EC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057400"/>
            <a:ext cx="914400" cy="91440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6" name="Image 0" descr="/home/claude/govassist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Ronit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ML systems, agent design, retrieval pipelines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development, to connect the reasoning engine to a real interface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173736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BF1EC"/>
          </a:solidFill>
          <a:ln/>
        </p:spPr>
      </p:sp>
      <p:sp>
        <p:nvSpPr>
          <p:cNvPr id="11" name="Shape 8"/>
          <p:cNvSpPr/>
          <p:nvPr/>
        </p:nvSpPr>
        <p:spPr>
          <a:xfrm>
            <a:off x="5783580" y="2057400"/>
            <a:ext cx="914400" cy="91440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12" name="Image 1" descr="/home/claude/govassist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24" y="22951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Bhavneet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54880" y="3566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 and databases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54880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and DevOps, to keep the system running outside a laptop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21040" y="173736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BF1EC"/>
          </a:solidFill>
          <a:ln/>
        </p:spPr>
      </p:sp>
      <p:sp>
        <p:nvSpPr>
          <p:cNvPr id="17" name="Shape 13"/>
          <p:cNvSpPr/>
          <p:nvPr/>
        </p:nvSpPr>
        <p:spPr>
          <a:xfrm>
            <a:off x="9624060" y="2057400"/>
            <a:ext cx="914400" cy="91440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18" name="Image 2" descr="/home/claude/govassist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804" y="229514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Shreyas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595360" y="3566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and UI design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595360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 and NLP basics, so the interface and the reasoning layer speak the same language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three of us, one semester, no dedicated GPU or paid API budget. The whole system has to work within free tier limits.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FoundIt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This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217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lose things across campus all the time: ID cards, water bottles, chargers, textbooks. Whoever finds an item posts it informally in a WhatsApp group, where it scrolls out of view within a day.
</a:t>
            </a:r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central place to report a loss, no way to search found items by category or location, and no real process for proving an item is actually yours before it gets handed over.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223760" y="137160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FBF1EC"/>
          </a:solidFill>
          <a:ln/>
        </p:spPr>
      </p:sp>
      <p:sp>
        <p:nvSpPr>
          <p:cNvPr id="5" name="Shape 3"/>
          <p:cNvSpPr/>
          <p:nvPr/>
        </p:nvSpPr>
        <p:spPr>
          <a:xfrm>
            <a:off x="7452360" y="1673352"/>
            <a:ext cx="822960" cy="82296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6" name="Image 0" descr="/home/claude/govassist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6330" y="1887322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8200" y="1508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system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458200" y="199339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currently has for lost and found beyond informal group chats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23760" y="3044952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FB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7452360" y="3346704"/>
            <a:ext cx="822960" cy="82296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11" name="Image 1" descr="/home/claude/govassist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330" y="3560674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31821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groups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8458200" y="366674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juggle: lost reports, found posts, and claim requests, all mixed together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223760" y="4718304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FBF1EC"/>
          </a:solidFill>
          <a:ln/>
        </p:spPr>
      </p:sp>
      <p:sp>
        <p:nvSpPr>
          <p:cNvPr id="15" name="Shape 11"/>
          <p:cNvSpPr/>
          <p:nvPr/>
        </p:nvSpPr>
        <p:spPr>
          <a:xfrm>
            <a:off x="7452360" y="5020056"/>
            <a:ext cx="822960" cy="82296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16" name="Image 2" descr="/home/claude/govassist/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330" y="5234026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48554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458200" y="5340096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hostel staff, and campus admin all field these requests informally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FoundIt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Do Better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FBF1EC"/>
          </a:solidFill>
          <a:ln/>
        </p:spPr>
      </p:sp>
      <p:sp>
        <p:nvSpPr>
          <p:cNvPr id="4" name="Shape 2"/>
          <p:cNvSpPr/>
          <p:nvPr/>
        </p:nvSpPr>
        <p:spPr>
          <a:xfrm>
            <a:off x="6309360" y="141732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8B3A2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engineering work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logic that pairs lost reports against found reports by category, keyword, and location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state machine per item: posted, matched, claimed, closed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based posting with structured metadata instead of a text dump in a group chat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verification step so an item is only handed over once ownership is reasonably confirmed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2940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posts a lost item and gets notified automatically when a matching found item appears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items move through a clear status instead of disappearing into a chat scroll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go through a lightweight verification step instead of a message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gets one searchable place for lost and found instead of several group chats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FoundIt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roles, integrations, and deployment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384298" cy="1005840"/>
          </a:xfrm>
          <a:prstGeom prst="roundRect">
            <a:avLst>
              <a:gd name="adj" fmla="val 7273"/>
            </a:avLst>
          </a:prstGeom>
          <a:solidFill>
            <a:srgbClr val="8B3A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2384298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posted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24378" y="15544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81578" y="1554480"/>
            <a:ext cx="2384298" cy="1005840"/>
          </a:xfrm>
          <a:prstGeom prst="roundRect">
            <a:avLst>
              <a:gd name="adj" fmla="val 7273"/>
            </a:avLst>
          </a:prstGeom>
          <a:solidFill>
            <a:srgbClr val="8B3A2B"/>
          </a:solidFill>
          <a:ln/>
        </p:spPr>
      </p:sp>
      <p:sp>
        <p:nvSpPr>
          <p:cNvPr id="8" name="Text 6"/>
          <p:cNvSpPr/>
          <p:nvPr/>
        </p:nvSpPr>
        <p:spPr>
          <a:xfrm>
            <a:off x="3481578" y="1554480"/>
            <a:ext cx="2384298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65876" y="15544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3076" y="1554480"/>
            <a:ext cx="2384298" cy="1005840"/>
          </a:xfrm>
          <a:prstGeom prst="roundRect">
            <a:avLst>
              <a:gd name="adj" fmla="val 7273"/>
            </a:avLst>
          </a:prstGeom>
          <a:solidFill>
            <a:srgbClr val="8B3A2B"/>
          </a:solidFill>
          <a:ln/>
        </p:spPr>
      </p:sp>
      <p:sp>
        <p:nvSpPr>
          <p:cNvPr id="11" name="Text 9"/>
          <p:cNvSpPr/>
          <p:nvPr/>
        </p:nvSpPr>
        <p:spPr>
          <a:xfrm>
            <a:off x="6323076" y="1554480"/>
            <a:ext cx="2384298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07374" y="15544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64574" y="1554480"/>
            <a:ext cx="2384298" cy="1005840"/>
          </a:xfrm>
          <a:prstGeom prst="roundRect">
            <a:avLst>
              <a:gd name="adj" fmla="val 7273"/>
            </a:avLst>
          </a:prstGeom>
          <a:solidFill>
            <a:srgbClr val="8B3A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64574" y="1554480"/>
            <a:ext cx="2384298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&amp; closed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Ronit: matching logic between lost and found reports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Bhavneet: backend, database, and notification service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Shreyas: posting and search interface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responsive web app, reachable campus wide from any student's phone.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09360" y="33832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and storage for item photos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or email notification service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login for identity and claim verification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by category and location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FoundIt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Validate 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BF1EC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1673352"/>
            <a:ext cx="640080" cy="64008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5" name="Image 0" descr="/home/claude/govassist/icon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1839773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733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lost and found reports collected over a few weeks of testing, plus synthetic edge cases such as the same category showing up in different locations.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BF1EC"/>
          </a:solidFill>
          <a:ln/>
        </p:spPr>
      </p:sp>
      <p:sp>
        <p:nvSpPr>
          <p:cNvPr id="9" name="Shape 6"/>
          <p:cNvSpPr/>
          <p:nvPr/>
        </p:nvSpPr>
        <p:spPr>
          <a:xfrm>
            <a:off x="6428232" y="1673352"/>
            <a:ext cx="640080" cy="64008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10" name="Image 1" descr="/home/claude/govassist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183977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733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checks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46520" y="2286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students posts real lost and found items during the testing period and reports back on what worked.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BF1EC"/>
          </a:solidFill>
          <a:ln/>
        </p:spPr>
      </p:sp>
      <p:sp>
        <p:nvSpPr>
          <p:cNvPr id="14" name="Shape 10"/>
          <p:cNvSpPr/>
          <p:nvPr/>
        </p:nvSpPr>
        <p:spPr>
          <a:xfrm>
            <a:off x="896112" y="4096512"/>
            <a:ext cx="640080" cy="64008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15" name="Image 2" descr="/home/claude/govassist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426293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0965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14400" y="47091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precision, how often the system surfaces the right found item for a lost report, and the false match rate.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38404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BF1EC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8232" y="4096512"/>
            <a:ext cx="640080" cy="64008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20" name="Image 3" descr="/home/claude/govassist/icons/tre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4262933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40965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criteria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46520" y="47091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real matches surfaced correctly, and how satisfied testers are with the claim process.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FoundIt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Risk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85800" cy="68580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4" name="Image 0" descr="/home/claude/govassist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6413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Unknowns and dependencies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600200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keyword and category matching handles vague descriptions, and whether verification actually prevents false claims. The system depends on a campus login for identity checks.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685800" cy="68580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8" name="Image 1" descr="/home/claude/govassist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30586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834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00200" y="324612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are not shown to the other party until a match is confirmed by both sides.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297680"/>
            <a:ext cx="685800" cy="685800"/>
          </a:xfrm>
          <a:prstGeom prst="ellipse">
            <a:avLst/>
          </a:prstGeom>
          <a:solidFill>
            <a:srgbClr val="8B3A2B"/>
          </a:solidFill>
          <a:ln/>
        </p:spPr>
      </p:sp>
      <p:pic>
        <p:nvPicPr>
          <p:cNvPr id="12" name="Image 2" descr="/home/claude/govassist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447598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251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600200" y="466344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automatic match is found, the item stays visible in a searchable list, so manual browsing always works.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FoundIt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3A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94360"/>
            <a:ext cx="914400" cy="914400"/>
          </a:xfrm>
          <a:prstGeom prst="ellipse">
            <a:avLst/>
          </a:prstGeom>
          <a:solidFill>
            <a:srgbClr val="5F2A1F"/>
          </a:solidFill>
          <a:ln/>
        </p:spPr>
      </p:sp>
      <p:pic>
        <p:nvPicPr>
          <p:cNvPr id="4" name="Image 0" descr="/home/claude/govassist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83210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Stands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1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easiest idea to fully build and test end to end within a semester. It has a clean state diagram and a matching component that is algorithmic without being intimidating.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1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limitation is scale. It only creates real value if the campus actually adopts it over existing WhatsApp groups, and its real world impact is narrower than a system any citizen could use.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FoundIt  | 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2026-08-04T19:44:00Z</dcterms:created>
  <dcterms:modified xsi:type="dcterms:W3CDTF">2026-08-04T19:44:00Z</dcterms:modified>
</cp:coreProperties>
</file>